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581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12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78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49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164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311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71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95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68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85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50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3E2CD-F455-44B6-ACB8-637E7CEAE0AE}" type="datetimeFigureOut">
              <a:rPr lang="ko-KR" altLang="en-US" smtClean="0"/>
              <a:t>2023-06-09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5B349-CBF3-4827-83F8-BBD93E801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8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27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기말고사 </a:t>
            </a:r>
            <a:r>
              <a:rPr lang="ko-KR" altLang="en-US" dirty="0" err="1" smtClean="0"/>
              <a:t>시험범위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79664"/>
            <a:ext cx="10515600" cy="5104015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VP02_2 </a:t>
            </a:r>
            <a:r>
              <a:rPr lang="ko-KR" altLang="en-US" b="1" dirty="0" smtClean="0"/>
              <a:t>솔루션에 있는 프로젝트들</a:t>
            </a:r>
            <a:endParaRPr lang="en-US" altLang="ko-KR" b="1" dirty="0" smtClean="0"/>
          </a:p>
          <a:p>
            <a:r>
              <a:rPr lang="ko-KR" altLang="en-US" b="1" dirty="0" smtClean="0"/>
              <a:t>수업 강의자료</a:t>
            </a:r>
            <a:endParaRPr lang="en-US" altLang="ko-KR" b="1" dirty="0" smtClean="0"/>
          </a:p>
          <a:p>
            <a:r>
              <a:rPr lang="en-US" altLang="ko-KR" b="1" dirty="0" smtClean="0"/>
              <a:t>001~007</a:t>
            </a:r>
            <a:r>
              <a:rPr lang="ko-KR" altLang="en-US" b="1" dirty="0" smtClean="0"/>
              <a:t>은 전부 공부할 것</a:t>
            </a:r>
            <a:endParaRPr lang="en-US" altLang="ko-KR" b="1" dirty="0" smtClean="0"/>
          </a:p>
          <a:p>
            <a:r>
              <a:rPr lang="ko-KR" altLang="en-US" b="1" dirty="0" smtClean="0"/>
              <a:t>클래스 전부 공부할 것</a:t>
            </a:r>
            <a:endParaRPr lang="en-US" altLang="ko-KR" b="1" dirty="0" smtClean="0"/>
          </a:p>
          <a:p>
            <a:r>
              <a:rPr lang="en-US" altLang="ko-KR" b="1" dirty="0" smtClean="0"/>
              <a:t>Matching Game</a:t>
            </a:r>
          </a:p>
          <a:p>
            <a:r>
              <a:rPr lang="en-US" altLang="ko-KR" b="1" dirty="0" smtClean="0"/>
              <a:t>EIS</a:t>
            </a:r>
          </a:p>
          <a:p>
            <a:r>
              <a:rPr lang="en-US" altLang="ko-KR" b="1" dirty="0" err="1" smtClean="0"/>
              <a:t>Two_Windows</a:t>
            </a:r>
            <a:endParaRPr lang="en-US" altLang="ko-KR" b="1" dirty="0" smtClean="0"/>
          </a:p>
          <a:p>
            <a:r>
              <a:rPr lang="en-US" altLang="ko-KR" b="1" dirty="0" smtClean="0"/>
              <a:t>Page Navigation</a:t>
            </a:r>
          </a:p>
          <a:p>
            <a:r>
              <a:rPr lang="en-US" altLang="ko-KR" dirty="0" err="1" smtClean="0"/>
              <a:t>SnakeBite</a:t>
            </a:r>
            <a:endParaRPr lang="en-US" altLang="ko-KR" dirty="0" smtClean="0"/>
          </a:p>
          <a:p>
            <a:r>
              <a:rPr lang="en-US" altLang="ko-KR" dirty="0" err="1" smtClean="0"/>
              <a:t>LiveChart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70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</Words>
  <Application>Microsoft Office PowerPoint</Application>
  <PresentationFormat>와이드스크린</PresentationFormat>
  <Paragraphs>11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기말고사 시험범위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807PC02</dc:creator>
  <cp:lastModifiedBy>807PC02</cp:lastModifiedBy>
  <cp:revision>2</cp:revision>
  <dcterms:created xsi:type="dcterms:W3CDTF">2023-06-08T06:44:22Z</dcterms:created>
  <dcterms:modified xsi:type="dcterms:W3CDTF">2023-06-09T07:06:26Z</dcterms:modified>
</cp:coreProperties>
</file>